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33E7-7C31-DB8C-B508-3C93904D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14EC2-637D-B9A3-A01B-02F7A4FD8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179A-48EB-F0D9-F27A-DBCF3AF6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2A59C-7273-DCBF-A977-E038CB0E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79FC8-8D80-398D-9B91-D4715C02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5E20-6048-710D-5419-86C27D39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7DC0B-A049-59D5-0C18-220E197EE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071FA-6CEF-24F7-3044-59199C38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D5E2-47E2-3E90-CBC0-F027C22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5994-8144-0F6D-999A-C7183D62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9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D696-B1B6-D688-3C5A-D4AAB88C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228E2-9F70-8CF6-1DCA-C9C345AAF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FF45-F4B9-142D-038D-74CC633D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6674-585E-30D6-62DB-0DE46869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2541-CBCD-9FDF-0C50-27587A1C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C2F-1A9C-D9C2-92F1-6E566011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C46C-1777-0258-1F59-4E12EE85B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2294D-CCD8-8ACE-C270-336D490E5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41767-5A21-2F8D-5335-68243230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7662D-F47F-1896-B863-DE807B57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E0A59-AB23-070B-0254-7735294D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7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B537-5DA8-EE5D-7901-9AF3CFFE0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20705-26D9-4B0A-93E0-FF4DEFC69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0E9F9-EE34-79C6-1EE3-49649F0E4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7A08B-A49A-D464-B0D8-3A51BA496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D4AD8-FBC9-12AB-F6A9-46DB5BA08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91B84-C273-715D-CF0D-028BEA96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BBE64-0AE2-C28C-0823-48E488A9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4B221-E108-D0A4-93BC-FC2681EF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75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ECCB-35B6-E97B-6547-3059979B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754A0-CEC2-ACAF-2513-A4254792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10534-ADA5-176D-913F-2473B64C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99A5F-F8D6-F5DE-1376-884D3BC9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1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E3422-BE19-67C7-EF62-CA832498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80F78-332D-1F32-3926-213FA407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8F7B-7F4F-8F99-5F29-FB265E72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1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21A7-7B6B-9167-6301-27E81D27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2C4D-CFEF-1611-7E9F-C5112D0C8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A6831-AF40-BD87-2B31-B4DAE22C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5661A-E0CB-F903-54E1-93FCD36A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BB828-E7CF-5FBD-A38B-1597693E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52F4A-6492-1A59-C1DC-0969CFCE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2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6509-FC3A-BE38-2BC8-02A6ACD3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0DF67-8137-BBE5-06F8-65A637F2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4274F-9A46-3622-493F-6C49BC117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13F32-3737-277A-A0AE-3499513C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7236E-924B-5BF4-E392-BFAD3F5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C1D1C-3340-E608-35ED-F3B32710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6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15D27-0202-840F-A10C-529C53CD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C9F25-B1F7-BF24-5673-A0234EE66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346E-5229-BE62-4B10-9CB81141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E69FD-E27D-D109-E50B-38EEAC62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80F1B-076D-4EEA-DE9B-679903ED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1B951-06C7-8FBF-7AAC-4F19B63D0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34E68-8960-9BBE-E5B8-64C70D56F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4D719-D20B-B073-F97B-6CC7FCC5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3DF3-9A34-5979-FDDB-C52EDFAA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A3212-4A96-C807-A7DA-4FC01F8E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0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E18CB-0E78-9C2F-68C9-0F7FFF1F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7DF1C-2FC5-52FE-4445-3FA00E80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98CE-01D9-112C-A3E0-483505A5C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3F485-F624-4B69-B055-66DCFE0E172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1CE1B-AF69-DAD4-3F1D-DA4AED4E6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A472-AEB4-72BC-263E-B01A927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3F47A-0AF7-4E5E-8E6E-A20A63BC8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5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2B01-223B-9D3C-FC7B-CB0B73961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243" y="177983"/>
            <a:ext cx="9408825" cy="171077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PROJECT TITLE: 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FAITHPATH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5F7EB-CB1C-DD9F-7ABC-0EA667C93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243" y="1139258"/>
            <a:ext cx="10088379" cy="5718742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HAPPINESS GODKNOWS JEREMIAH</a:t>
            </a: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USERNAME:jeremiahhappiness998-afk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EDX USERNAME:happiness_868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NIGERIA</a:t>
            </a:r>
          </a:p>
          <a:p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CITY: JOS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DATE_RECOEDED:12/31/2025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SUBMITING TO: CS50X  2025.</a:t>
            </a:r>
          </a:p>
        </p:txBody>
      </p:sp>
    </p:spTree>
    <p:extLst>
      <p:ext uri="{BB962C8B-B14F-4D97-AF65-F5344CB8AC3E}">
        <p14:creationId xmlns:p14="http://schemas.microsoft.com/office/powerpoint/2010/main" val="73033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6C7659-1710-82B6-FDFC-58B92AE5660D}"/>
              </a:ext>
            </a:extLst>
          </p:cNvPr>
          <p:cNvSpPr txBox="1"/>
          <p:nvPr/>
        </p:nvSpPr>
        <p:spPr>
          <a:xfrm>
            <a:off x="1064302" y="629587"/>
            <a:ext cx="1068798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for the following objective;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Web APP for collecting user prayers and Expectations personal for a user only.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secure login and register page for authentication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fetch information from the template using POST and communicating with the server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 track their Faith life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Word of encouragement, though hard coded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an API KEY (though it will be improved later))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is currently under further improvement for final deployment.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83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3981-DE35-C893-6BA0-646549DE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26FA55-F587-BB27-B678-6C42C324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9" y="2974499"/>
            <a:ext cx="5882751" cy="330743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B610CB-4EF2-7631-3A72-3EE5FE741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31" y="2908089"/>
            <a:ext cx="5482820" cy="30825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A19C56-8007-DDCD-0A50-21E07A6593F5}"/>
              </a:ext>
            </a:extLst>
          </p:cNvPr>
          <p:cNvSpPr/>
          <p:nvPr/>
        </p:nvSpPr>
        <p:spPr>
          <a:xfrm>
            <a:off x="4399543" y="493961"/>
            <a:ext cx="33929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ogin page;</a:t>
            </a:r>
          </a:p>
        </p:txBody>
      </p:sp>
    </p:spTree>
    <p:extLst>
      <p:ext uri="{BB962C8B-B14F-4D97-AF65-F5344CB8AC3E}">
        <p14:creationId xmlns:p14="http://schemas.microsoft.com/office/powerpoint/2010/main" val="306530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6E21D8-D1B2-AB57-EAFC-20371DE14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69" y="1783831"/>
            <a:ext cx="7092140" cy="39873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2CD4AB-B6C9-6B0B-5E3A-929CF6C30A07}"/>
              </a:ext>
            </a:extLst>
          </p:cNvPr>
          <p:cNvSpPr/>
          <p:nvPr/>
        </p:nvSpPr>
        <p:spPr>
          <a:xfrm>
            <a:off x="4383514" y="194157"/>
            <a:ext cx="34249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Homepage;</a:t>
            </a:r>
          </a:p>
        </p:txBody>
      </p:sp>
    </p:spTree>
    <p:extLst>
      <p:ext uri="{BB962C8B-B14F-4D97-AF65-F5344CB8AC3E}">
        <p14:creationId xmlns:p14="http://schemas.microsoft.com/office/powerpoint/2010/main" val="355044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B6DE03-26A0-84DE-28CD-40C7C6EF7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32" y="1607861"/>
            <a:ext cx="8094689" cy="4551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434617-DF0D-40CD-B519-D0512E93F69D}"/>
              </a:ext>
            </a:extLst>
          </p:cNvPr>
          <p:cNvSpPr/>
          <p:nvPr/>
        </p:nvSpPr>
        <p:spPr>
          <a:xfrm>
            <a:off x="4470941" y="194157"/>
            <a:ext cx="32501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Word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55382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323D2C-AC3A-641B-8EB5-B9CE647C8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013" y="1779050"/>
            <a:ext cx="7360172" cy="41380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EEC5EE-4F5C-A927-4279-9F18C8B0A109}"/>
              </a:ext>
            </a:extLst>
          </p:cNvPr>
          <p:cNvSpPr/>
          <p:nvPr/>
        </p:nvSpPr>
        <p:spPr>
          <a:xfrm>
            <a:off x="4470941" y="194157"/>
            <a:ext cx="32501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Word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185685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82F63F-0C59-E76E-0E14-5FC9A0EC320F}"/>
              </a:ext>
            </a:extLst>
          </p:cNvPr>
          <p:cNvSpPr/>
          <p:nvPr/>
        </p:nvSpPr>
        <p:spPr>
          <a:xfrm>
            <a:off x="2428407" y="2967334"/>
            <a:ext cx="77798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793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145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Office Theme</vt:lpstr>
      <vt:lpstr>PROJECT TITLE:  FAITHPATH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Achegbulu</dc:creator>
  <cp:lastModifiedBy>John Achegbulu</cp:lastModifiedBy>
  <cp:revision>1</cp:revision>
  <dcterms:created xsi:type="dcterms:W3CDTF">2025-12-31T20:04:45Z</dcterms:created>
  <dcterms:modified xsi:type="dcterms:W3CDTF">2025-12-31T20:31:10Z</dcterms:modified>
</cp:coreProperties>
</file>